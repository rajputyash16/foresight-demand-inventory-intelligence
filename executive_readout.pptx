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FORESIGHT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Demand &amp; Inventory Intelligence for NorthBay Living</a:t>
            </a:r>
          </a:p>
          <a:p>
            <a:pPr>
              <a:spcAft>
                <a:spcPts val="1200"/>
              </a:spcAft>
              <a:defRPr sz="2000"/>
            </a:pPr>
            <a:r>
              <a:t>Prototype decision-support system: forecast demand, surface inventory risk, prioritise action.</a:t>
            </a:r>
          </a:p>
          <a:p>
            <a:pPr>
              <a:spcAft>
                <a:spcPts val="1200"/>
              </a:spcAft>
              <a:defRPr sz="2000"/>
            </a:pPr>
            <a:r>
              <a:t>Zidio Development · Data Science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Inventory planning is vulnerable to two simultaneous errors: stockouts on fast movers and excess stock on slow movers.</a:t>
            </a:r>
          </a:p>
          <a:p>
            <a:pPr>
              <a:spcAft>
                <a:spcPts val="1200"/>
              </a:spcAft>
              <a:defRPr sz="2000"/>
            </a:pPr>
            <a:r>
              <a:t>FORESIGHT converts sales + calendar + inventory signals into an 8-week SKU-level planning view.</a:t>
            </a:r>
          </a:p>
          <a:p>
            <a:pPr>
              <a:spcAft>
                <a:spcPts val="1200"/>
              </a:spcAft>
              <a:defRPr sz="2000"/>
            </a:pPr>
            <a:r>
              <a:t>The dashboard prioritises decisions by rupee value at stake, not just by SKU 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What the pipeline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Clean and reconcile four extracts: sales_daily, sku_master, calendar and inventory_snapshots.</a:t>
            </a:r>
          </a:p>
          <a:p>
            <a:pPr>
              <a:spcAft>
                <a:spcPts val="1200"/>
              </a:spcAft>
              <a:defRPr sz="2000"/>
            </a:pPr>
            <a:r>
              <a:t>Build leakage-safe weekly features: lags, rolling demand, calendar and promotion signals.</a:t>
            </a:r>
          </a:p>
          <a:p>
            <a:pPr>
              <a:spcAft>
                <a:spcPts val="1200"/>
              </a:spcAft>
              <a:defRPr sz="2000"/>
            </a:pPr>
            <a:r>
              <a:t>Forecast future SKU demand → score stockout/overstock risk → recommend an action → expose results in dashboard/API.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Forecast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Seasonal-naive baseline WAPE: 0.236</a:t>
            </a:r>
          </a:p>
          <a:p>
            <a:pPr>
              <a:spcAft>
                <a:spcPts val="1200"/>
              </a:spcAft>
              <a:defRPr sz="2000"/>
            </a:pPr>
            <a:r>
              <a:t>FORESIGHT LightGBM WAPE: 0.199 (lower is better)</a:t>
            </a:r>
          </a:p>
          <a:p>
            <a:pPr>
              <a:spcAft>
                <a:spcPts val="1200"/>
              </a:spcAft>
              <a:defRPr sz="2000"/>
            </a:pPr>
            <a:r>
              <a:t>Four rolling-origin folds were used; the model beat the baseline on every fold in the current run.</a:t>
            </a:r>
          </a:p>
          <a:p>
            <a:pPr>
              <a:spcAft>
                <a:spcPts val="1200"/>
              </a:spcAft>
              <a:defRPr sz="2000"/>
            </a:pPr>
            <a:r>
              <a:t>This is evidence of useful predictive signal, not a guarantee of production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Inventory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 SKU flagged Reorder Now</a:t>
            </a:r>
          </a:p>
          <a:p>
            <a:pPr>
              <a:spcAft>
                <a:spcPts val="1200"/>
              </a:spcAft>
              <a:defRPr sz="2000"/>
            </a:pPr>
            <a:r>
              <a:t>5 SKUs flagged for markdown/clear review</a:t>
            </a:r>
          </a:p>
          <a:p>
            <a:pPr>
              <a:spcAft>
                <a:spcPts val="1200"/>
              </a:spcAft>
              <a:defRPr sz="2000"/>
            </a:pPr>
            <a:r>
              <a:t>194 SKUs classified Healthy</a:t>
            </a:r>
          </a:p>
          <a:p>
            <a:pPr>
              <a:spcAft>
                <a:spcPts val="1200"/>
              </a:spcAft>
              <a:defRPr sz="2000"/>
            </a:pPr>
            <a:r>
              <a:t>Risk rules are transparent and adjustable; each SKU receives stockout and overstock scores plus a recommended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Financial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Stockout sales at risk: ₹4,184,505</a:t>
            </a:r>
          </a:p>
          <a:p>
            <a:pPr>
              <a:spcAft>
                <a:spcPts val="1200"/>
              </a:spcAft>
              <a:defRPr sz="2000"/>
            </a:pPr>
            <a:r>
              <a:t>Overstock capital locked: ₹5,835,882</a:t>
            </a:r>
          </a:p>
          <a:p>
            <a:pPr>
              <a:spcAft>
                <a:spcPts val="1200"/>
              </a:spcAft>
              <a:defRPr sz="2000"/>
            </a:pPr>
            <a:r>
              <a:t>Total prototype value at stake: ₹10,020,387</a:t>
            </a:r>
          </a:p>
          <a:p>
            <a:pPr>
              <a:spcAft>
                <a:spcPts val="1200"/>
              </a:spcAft>
              <a:defRPr sz="2000"/>
            </a:pPr>
            <a:r>
              <a:t>These are synthetic-demo estimates from the development dataset, not client financial forecasts.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Recommended operating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Reorder: action the highest-priority stockout SKU before lead-time coverage is exhausted.</a:t>
            </a:r>
          </a:p>
          <a:p>
            <a:pPr>
              <a:spcAft>
                <a:spcPts val="1200"/>
              </a:spcAft>
              <a:defRPr sz="2000"/>
            </a:pPr>
            <a:r>
              <a:t>2. Markdown/clear: review slow movers with excess capital tied up.</a:t>
            </a:r>
          </a:p>
          <a:p>
            <a:pPr>
              <a:spcAft>
                <a:spcPts val="1200"/>
              </a:spcAft>
              <a:defRPr sz="2000"/>
            </a:pPr>
            <a:r>
              <a:t>3. Weekly cadence: refresh the same pipeline and review the prioritised exception list.</a:t>
            </a:r>
          </a:p>
          <a:p>
            <a:pPr>
              <a:spcAft>
                <a:spcPts val="1200"/>
              </a:spcAft>
              <a:defRPr sz="2000"/>
            </a:pPr>
            <a:r>
              <a:t>4. Production next step: validate against real client extracts before using financial outputs operationally.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Delivery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Streamlit dashboard: forecast vs history, SKU/category filters, risk map, action table and rupee KPIs.</a:t>
            </a:r>
          </a:p>
          <a:p>
            <a:pPr>
              <a:spcAft>
                <a:spcPts val="1200"/>
              </a:spcAft>
              <a:defRPr sz="2000"/>
            </a:pPr>
            <a:r>
              <a:t>FastAPI scoring service: /health, /docs, /forecast/{sku_id}, batch scoring.</a:t>
            </a:r>
          </a:p>
          <a:p>
            <a:pPr>
              <a:spcAft>
                <a:spcPts val="1200"/>
              </a:spcAft>
              <a:defRPr sz="2000"/>
            </a:pPr>
            <a:r>
              <a:t>Repository includes reproducible pipeline, notebooks, reports and deployment configuration.</a:t>
            </a:r>
          </a:p>
          <a:p>
            <a:pPr>
              <a:spcAft>
                <a:spcPts val="1200"/>
              </a:spcAft>
              <a:defRPr sz="2000"/>
            </a:pPr>
            <a:r>
              <a:t>Important limitation: the expected client extracts were unavailable, so this submission uses schema-compatible synthetic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